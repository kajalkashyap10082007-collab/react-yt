
<file path=[Content_Types].xml><?xml version="1.0" encoding="utf-8"?>
<Types xmlns="http://schemas.openxmlformats.org/package/2006/content-types">
  <Default Extension="png" ContentType="image/png"/>
  <Default Extension="jfif" ContentType="image/jpeg"/>
  <Default Extension="jpeg" ContentType="image/jpeg"/>
  <Default Extension="webp"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57" r:id="rId3"/>
    <p:sldId id="258" r:id="rId4"/>
    <p:sldId id="259" r:id="rId5"/>
    <p:sldId id="261" r:id="rId6"/>
    <p:sldId id="265" r:id="rId7"/>
    <p:sldId id="263" r:id="rId8"/>
    <p:sldId id="266" r:id="rId9"/>
    <p:sldId id="267" r:id="rId10"/>
    <p:sldId id="268" r:id="rId11"/>
    <p:sldId id="269" r:id="rId12"/>
    <p:sldId id="264" r:id="rId13"/>
    <p:sldId id="26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51" autoAdjust="0"/>
    <p:restoredTop sz="94660"/>
  </p:normalViewPr>
  <p:slideViewPr>
    <p:cSldViewPr snapToGrid="0">
      <p:cViewPr varScale="1">
        <p:scale>
          <a:sx n="68" d="100"/>
          <a:sy n="68" d="100"/>
        </p:scale>
        <p:origin x="678" y="6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F99973-199A-4065-82DA-ADC1EBBF9504}" type="datetimeFigureOut">
              <a:rPr lang="en-IN" smtClean="0"/>
              <a:t>09-03-2026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1D0442-0A08-4A63-A4D1-BDCED5DF9521}" type="slidenum">
              <a:rPr lang="en-IN" smtClean="0"/>
              <a:t>‹#›</a:t>
            </a:fld>
            <a:endParaRPr lang="en-IN"/>
          </a:p>
        </p:txBody>
      </p:sp>
    </p:spTree>
    <p:extLst>
      <p:ext uri="{BB962C8B-B14F-4D97-AF65-F5344CB8AC3E}">
        <p14:creationId xmlns:p14="http://schemas.microsoft.com/office/powerpoint/2010/main" val="4242451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01D0442-0A08-4A63-A4D1-BDCED5DF9521}" type="slidenum">
              <a:rPr lang="en-IN" smtClean="0"/>
              <a:t>1</a:t>
            </a:fld>
            <a:endParaRPr lang="en-IN"/>
          </a:p>
        </p:txBody>
      </p:sp>
    </p:spTree>
    <p:extLst>
      <p:ext uri="{BB962C8B-B14F-4D97-AF65-F5344CB8AC3E}">
        <p14:creationId xmlns:p14="http://schemas.microsoft.com/office/powerpoint/2010/main" val="1433684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01D0442-0A08-4A63-A4D1-BDCED5DF9521}" type="slidenum">
              <a:rPr lang="en-IN" smtClean="0"/>
              <a:t>2</a:t>
            </a:fld>
            <a:endParaRPr lang="en-IN"/>
          </a:p>
        </p:txBody>
      </p:sp>
    </p:spTree>
    <p:extLst>
      <p:ext uri="{BB962C8B-B14F-4D97-AF65-F5344CB8AC3E}">
        <p14:creationId xmlns:p14="http://schemas.microsoft.com/office/powerpoint/2010/main" val="22746491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01D0442-0A08-4A63-A4D1-BDCED5DF9521}" type="slidenum">
              <a:rPr lang="en-IN" smtClean="0"/>
              <a:t>3</a:t>
            </a:fld>
            <a:endParaRPr lang="en-IN"/>
          </a:p>
        </p:txBody>
      </p:sp>
    </p:spTree>
    <p:extLst>
      <p:ext uri="{BB962C8B-B14F-4D97-AF65-F5344CB8AC3E}">
        <p14:creationId xmlns:p14="http://schemas.microsoft.com/office/powerpoint/2010/main" val="1207596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01D0442-0A08-4A63-A4D1-BDCED5DF9521}" type="slidenum">
              <a:rPr lang="en-IN" smtClean="0"/>
              <a:t>4</a:t>
            </a:fld>
            <a:endParaRPr lang="en-IN"/>
          </a:p>
        </p:txBody>
      </p:sp>
    </p:spTree>
    <p:extLst>
      <p:ext uri="{BB962C8B-B14F-4D97-AF65-F5344CB8AC3E}">
        <p14:creationId xmlns:p14="http://schemas.microsoft.com/office/powerpoint/2010/main" val="3242003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smtClean="0"/>
              <a:t>Monday, 2 March  2026</a:t>
            </a:r>
            <a:endParaRPr lang="en-IN"/>
          </a:p>
        </p:txBody>
      </p:sp>
      <p:sp>
        <p:nvSpPr>
          <p:cNvPr id="5" name="Footer Placeholder 4"/>
          <p:cNvSpPr>
            <a:spLocks noGrp="1"/>
          </p:cNvSpPr>
          <p:nvPr>
            <p:ph type="ftr" sz="quarter" idx="11"/>
          </p:nvPr>
        </p:nvSpPr>
        <p:spPr/>
        <p:txBody>
          <a:bodyPr/>
          <a:lstStyle/>
          <a:p>
            <a:r>
              <a:rPr lang="en-US" smtClean="0"/>
              <a:t>Kajal, 245040, Bachelor of Computer Applications (2024-27)</a:t>
            </a:r>
            <a:endParaRPr lang="en-IN"/>
          </a:p>
        </p:txBody>
      </p:sp>
      <p:sp>
        <p:nvSpPr>
          <p:cNvPr id="6" name="Slide Number Placeholder 5"/>
          <p:cNvSpPr>
            <a:spLocks noGrp="1"/>
          </p:cNvSpPr>
          <p:nvPr>
            <p:ph type="sldNum" sz="quarter" idx="12"/>
          </p:nvPr>
        </p:nvSpPr>
        <p:spPr/>
        <p:txBody>
          <a:bodyPr/>
          <a:lstStyle/>
          <a:p>
            <a:fld id="{5B97F983-A70E-4B00-9EE8-1E4F1C0CD343}" type="slidenum">
              <a:rPr lang="en-IN" smtClean="0"/>
              <a:t>‹#›</a:t>
            </a:fld>
            <a:endParaRPr lang="en-IN"/>
          </a:p>
        </p:txBody>
      </p:sp>
    </p:spTree>
    <p:extLst>
      <p:ext uri="{BB962C8B-B14F-4D97-AF65-F5344CB8AC3E}">
        <p14:creationId xmlns:p14="http://schemas.microsoft.com/office/powerpoint/2010/main" val="1457741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r>
              <a:rPr lang="en-US" smtClean="0"/>
              <a:t>Monday, 2 March  2026</a:t>
            </a:r>
            <a:endParaRPr lang="en-IN"/>
          </a:p>
        </p:txBody>
      </p:sp>
      <p:sp>
        <p:nvSpPr>
          <p:cNvPr id="5" name="Footer Placeholder 4"/>
          <p:cNvSpPr>
            <a:spLocks noGrp="1"/>
          </p:cNvSpPr>
          <p:nvPr>
            <p:ph type="ftr" sz="quarter" idx="11"/>
          </p:nvPr>
        </p:nvSpPr>
        <p:spPr/>
        <p:txBody>
          <a:bodyPr/>
          <a:lstStyle/>
          <a:p>
            <a:r>
              <a:rPr lang="en-US" smtClean="0"/>
              <a:t>Kajal, 245040, Bachelor of Computer Applications (2024-27)</a:t>
            </a:r>
            <a:endParaRPr lang="en-IN"/>
          </a:p>
        </p:txBody>
      </p:sp>
      <p:sp>
        <p:nvSpPr>
          <p:cNvPr id="6" name="Slide Number Placeholder 5"/>
          <p:cNvSpPr>
            <a:spLocks noGrp="1"/>
          </p:cNvSpPr>
          <p:nvPr>
            <p:ph type="sldNum" sz="quarter" idx="12"/>
          </p:nvPr>
        </p:nvSpPr>
        <p:spPr/>
        <p:txBody>
          <a:bodyPr/>
          <a:lstStyle/>
          <a:p>
            <a:fld id="{5B97F983-A70E-4B00-9EE8-1E4F1C0CD343}" type="slidenum">
              <a:rPr lang="en-IN" smtClean="0"/>
              <a:t>‹#›</a:t>
            </a:fld>
            <a:endParaRPr lang="en-IN"/>
          </a:p>
        </p:txBody>
      </p:sp>
    </p:spTree>
    <p:extLst>
      <p:ext uri="{BB962C8B-B14F-4D97-AF65-F5344CB8AC3E}">
        <p14:creationId xmlns:p14="http://schemas.microsoft.com/office/powerpoint/2010/main" val="404475053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US" smtClean="0"/>
              <a:t>Monday, 2 March  2026</a:t>
            </a:r>
            <a:endParaRPr lang="en-IN"/>
          </a:p>
        </p:txBody>
      </p:sp>
      <p:sp>
        <p:nvSpPr>
          <p:cNvPr id="5" name="Footer Placeholder 4"/>
          <p:cNvSpPr>
            <a:spLocks noGrp="1"/>
          </p:cNvSpPr>
          <p:nvPr>
            <p:ph type="ftr" sz="quarter" idx="11"/>
          </p:nvPr>
        </p:nvSpPr>
        <p:spPr/>
        <p:txBody>
          <a:bodyPr/>
          <a:lstStyle/>
          <a:p>
            <a:r>
              <a:rPr lang="en-US" smtClean="0"/>
              <a:t>Kajal, 245040, Bachelor of Computer Applications (2024-27)</a:t>
            </a:r>
            <a:endParaRPr lang="en-IN"/>
          </a:p>
        </p:txBody>
      </p:sp>
      <p:sp>
        <p:nvSpPr>
          <p:cNvPr id="6" name="Slide Number Placeholder 5"/>
          <p:cNvSpPr>
            <a:spLocks noGrp="1"/>
          </p:cNvSpPr>
          <p:nvPr>
            <p:ph type="sldNum" sz="quarter" idx="12"/>
          </p:nvPr>
        </p:nvSpPr>
        <p:spPr/>
        <p:txBody>
          <a:bodyPr/>
          <a:lstStyle/>
          <a:p>
            <a:fld id="{5B97F983-A70E-4B00-9EE8-1E4F1C0CD343}" type="slidenum">
              <a:rPr lang="en-IN" smtClean="0"/>
              <a:t>‹#›</a:t>
            </a:fld>
            <a:endParaRPr lang="en-IN"/>
          </a:p>
        </p:txBody>
      </p:sp>
    </p:spTree>
    <p:extLst>
      <p:ext uri="{BB962C8B-B14F-4D97-AF65-F5344CB8AC3E}">
        <p14:creationId xmlns:p14="http://schemas.microsoft.com/office/powerpoint/2010/main" val="1888053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smtClean="0"/>
              <a:t>Monday, 2 March  2026</a:t>
            </a:r>
            <a:endParaRPr lang="en-IN"/>
          </a:p>
        </p:txBody>
      </p:sp>
      <p:sp>
        <p:nvSpPr>
          <p:cNvPr id="6" name="Footer Placeholder 5"/>
          <p:cNvSpPr>
            <a:spLocks noGrp="1"/>
          </p:cNvSpPr>
          <p:nvPr>
            <p:ph type="ftr" sz="quarter" idx="11"/>
          </p:nvPr>
        </p:nvSpPr>
        <p:spPr/>
        <p:txBody>
          <a:bodyPr/>
          <a:lstStyle/>
          <a:p>
            <a:r>
              <a:rPr lang="en-US" smtClean="0"/>
              <a:t>Kajal, 245040, Bachelor of Computer Applications (2024-27)</a:t>
            </a:r>
            <a:endParaRPr lang="en-IN"/>
          </a:p>
        </p:txBody>
      </p:sp>
      <p:sp>
        <p:nvSpPr>
          <p:cNvPr id="7" name="Slide Number Placeholder 6"/>
          <p:cNvSpPr>
            <a:spLocks noGrp="1"/>
          </p:cNvSpPr>
          <p:nvPr>
            <p:ph type="sldNum" sz="quarter" idx="12"/>
          </p:nvPr>
        </p:nvSpPr>
        <p:spPr/>
        <p:txBody>
          <a:bodyPr/>
          <a:lstStyle/>
          <a:p>
            <a:fld id="{5B97F983-A70E-4B00-9EE8-1E4F1C0CD343}" type="slidenum">
              <a:rPr lang="en-IN" smtClean="0"/>
              <a:t>‹#›</a:t>
            </a:fld>
            <a:endParaRPr lang="en-IN"/>
          </a:p>
        </p:txBody>
      </p:sp>
    </p:spTree>
    <p:extLst>
      <p:ext uri="{BB962C8B-B14F-4D97-AF65-F5344CB8AC3E}">
        <p14:creationId xmlns:p14="http://schemas.microsoft.com/office/powerpoint/2010/main" val="2285050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smtClean="0"/>
              <a:t>Monday, 2 March  2026</a:t>
            </a:r>
            <a:endParaRPr lang="en-IN"/>
          </a:p>
        </p:txBody>
      </p:sp>
      <p:sp>
        <p:nvSpPr>
          <p:cNvPr id="8" name="Footer Placeholder 7"/>
          <p:cNvSpPr>
            <a:spLocks noGrp="1"/>
          </p:cNvSpPr>
          <p:nvPr>
            <p:ph type="ftr" sz="quarter" idx="11"/>
          </p:nvPr>
        </p:nvSpPr>
        <p:spPr/>
        <p:txBody>
          <a:bodyPr/>
          <a:lstStyle/>
          <a:p>
            <a:r>
              <a:rPr lang="en-US" smtClean="0"/>
              <a:t>Kajal, 245040, Bachelor of Computer Applications (2024-27)</a:t>
            </a:r>
            <a:endParaRPr lang="en-IN"/>
          </a:p>
        </p:txBody>
      </p:sp>
      <p:sp>
        <p:nvSpPr>
          <p:cNvPr id="9" name="Slide Number Placeholder 8"/>
          <p:cNvSpPr>
            <a:spLocks noGrp="1"/>
          </p:cNvSpPr>
          <p:nvPr>
            <p:ph type="sldNum" sz="quarter" idx="12"/>
          </p:nvPr>
        </p:nvSpPr>
        <p:spPr/>
        <p:txBody>
          <a:bodyPr/>
          <a:lstStyle/>
          <a:p>
            <a:fld id="{5B97F983-A70E-4B00-9EE8-1E4F1C0CD343}" type="slidenum">
              <a:rPr lang="en-IN" smtClean="0"/>
              <a:t>‹#›</a:t>
            </a:fld>
            <a:endParaRPr lang="en-IN"/>
          </a:p>
        </p:txBody>
      </p:sp>
    </p:spTree>
    <p:extLst>
      <p:ext uri="{BB962C8B-B14F-4D97-AF65-F5344CB8AC3E}">
        <p14:creationId xmlns:p14="http://schemas.microsoft.com/office/powerpoint/2010/main" val="1964467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smtClean="0"/>
              <a:t>Monday, 2 March  2026</a:t>
            </a:r>
            <a:endParaRPr lang="en-IN"/>
          </a:p>
        </p:txBody>
      </p:sp>
      <p:sp>
        <p:nvSpPr>
          <p:cNvPr id="4" name="Footer Placeholder 3"/>
          <p:cNvSpPr>
            <a:spLocks noGrp="1"/>
          </p:cNvSpPr>
          <p:nvPr>
            <p:ph type="ftr" sz="quarter" idx="11"/>
          </p:nvPr>
        </p:nvSpPr>
        <p:spPr/>
        <p:txBody>
          <a:bodyPr/>
          <a:lstStyle/>
          <a:p>
            <a:r>
              <a:rPr lang="en-US" smtClean="0"/>
              <a:t>Kajal, 245040, Bachelor of Computer Applications (2024-27)</a:t>
            </a:r>
            <a:endParaRPr lang="en-IN"/>
          </a:p>
        </p:txBody>
      </p:sp>
      <p:sp>
        <p:nvSpPr>
          <p:cNvPr id="5" name="Slide Number Placeholder 4"/>
          <p:cNvSpPr>
            <a:spLocks noGrp="1"/>
          </p:cNvSpPr>
          <p:nvPr>
            <p:ph type="sldNum" sz="quarter" idx="12"/>
          </p:nvPr>
        </p:nvSpPr>
        <p:spPr/>
        <p:txBody>
          <a:bodyPr/>
          <a:lstStyle/>
          <a:p>
            <a:fld id="{5B97F983-A70E-4B00-9EE8-1E4F1C0CD343}" type="slidenum">
              <a:rPr lang="en-IN" smtClean="0"/>
              <a:t>‹#›</a:t>
            </a:fld>
            <a:endParaRPr lang="en-IN"/>
          </a:p>
        </p:txBody>
      </p:sp>
    </p:spTree>
    <p:extLst>
      <p:ext uri="{BB962C8B-B14F-4D97-AF65-F5344CB8AC3E}">
        <p14:creationId xmlns:p14="http://schemas.microsoft.com/office/powerpoint/2010/main" val="1903244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Monday, 2 March  2026</a:t>
            </a:r>
            <a:endParaRPr lang="en-IN"/>
          </a:p>
        </p:txBody>
      </p:sp>
      <p:sp>
        <p:nvSpPr>
          <p:cNvPr id="3" name="Footer Placeholder 2"/>
          <p:cNvSpPr>
            <a:spLocks noGrp="1"/>
          </p:cNvSpPr>
          <p:nvPr>
            <p:ph type="ftr" sz="quarter" idx="11"/>
          </p:nvPr>
        </p:nvSpPr>
        <p:spPr/>
        <p:txBody>
          <a:bodyPr/>
          <a:lstStyle/>
          <a:p>
            <a:r>
              <a:rPr lang="en-US" smtClean="0"/>
              <a:t>Kajal, 245040, Bachelor of Computer Applications (2024-27)</a:t>
            </a:r>
            <a:endParaRPr lang="en-IN"/>
          </a:p>
        </p:txBody>
      </p:sp>
      <p:sp>
        <p:nvSpPr>
          <p:cNvPr id="4" name="Slide Number Placeholder 3"/>
          <p:cNvSpPr>
            <a:spLocks noGrp="1"/>
          </p:cNvSpPr>
          <p:nvPr>
            <p:ph type="sldNum" sz="quarter" idx="12"/>
          </p:nvPr>
        </p:nvSpPr>
        <p:spPr/>
        <p:txBody>
          <a:bodyPr/>
          <a:lstStyle/>
          <a:p>
            <a:fld id="{5B97F983-A70E-4B00-9EE8-1E4F1C0CD343}" type="slidenum">
              <a:rPr lang="en-IN" smtClean="0"/>
              <a:t>‹#›</a:t>
            </a:fld>
            <a:endParaRPr lang="en-IN"/>
          </a:p>
        </p:txBody>
      </p:sp>
    </p:spTree>
    <p:extLst>
      <p:ext uri="{BB962C8B-B14F-4D97-AF65-F5344CB8AC3E}">
        <p14:creationId xmlns:p14="http://schemas.microsoft.com/office/powerpoint/2010/main" val="2935371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en-US" smtClean="0"/>
              <a:t>Monday, 2 March  2026</a:t>
            </a:r>
            <a:endParaRPr lang="en-IN"/>
          </a:p>
        </p:txBody>
      </p:sp>
      <p:sp>
        <p:nvSpPr>
          <p:cNvPr id="6" name="Footer Placeholder 5"/>
          <p:cNvSpPr>
            <a:spLocks noGrp="1"/>
          </p:cNvSpPr>
          <p:nvPr>
            <p:ph type="ftr" sz="quarter" idx="11"/>
          </p:nvPr>
        </p:nvSpPr>
        <p:spPr/>
        <p:txBody>
          <a:bodyPr/>
          <a:lstStyle/>
          <a:p>
            <a:r>
              <a:rPr lang="en-US" smtClean="0"/>
              <a:t>Kajal, 245040, Bachelor of Computer Applications (2024-27)</a:t>
            </a:r>
            <a:endParaRPr lang="en-IN"/>
          </a:p>
        </p:txBody>
      </p:sp>
      <p:sp>
        <p:nvSpPr>
          <p:cNvPr id="7" name="Slide Number Placeholder 6"/>
          <p:cNvSpPr>
            <a:spLocks noGrp="1"/>
          </p:cNvSpPr>
          <p:nvPr>
            <p:ph type="sldNum" sz="quarter" idx="12"/>
          </p:nvPr>
        </p:nvSpPr>
        <p:spPr/>
        <p:txBody>
          <a:bodyPr/>
          <a:lstStyle/>
          <a:p>
            <a:fld id="{5B97F983-A70E-4B00-9EE8-1E4F1C0CD343}" type="slidenum">
              <a:rPr lang="en-IN" smtClean="0"/>
              <a:t>‹#›</a:t>
            </a:fld>
            <a:endParaRPr lang="en-IN"/>
          </a:p>
        </p:txBody>
      </p:sp>
    </p:spTree>
    <p:extLst>
      <p:ext uri="{BB962C8B-B14F-4D97-AF65-F5344CB8AC3E}">
        <p14:creationId xmlns:p14="http://schemas.microsoft.com/office/powerpoint/2010/main" val="3172217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en-US" smtClean="0"/>
              <a:t>Monday, 2 March  2026</a:t>
            </a:r>
            <a:endParaRPr lang="en-IN"/>
          </a:p>
        </p:txBody>
      </p:sp>
      <p:sp>
        <p:nvSpPr>
          <p:cNvPr id="6" name="Footer Placeholder 5"/>
          <p:cNvSpPr>
            <a:spLocks noGrp="1"/>
          </p:cNvSpPr>
          <p:nvPr>
            <p:ph type="ftr" sz="quarter" idx="11"/>
          </p:nvPr>
        </p:nvSpPr>
        <p:spPr/>
        <p:txBody>
          <a:bodyPr/>
          <a:lstStyle/>
          <a:p>
            <a:r>
              <a:rPr lang="en-US" smtClean="0"/>
              <a:t>Kajal, 245040, Bachelor of Computer Applications (2024-27)</a:t>
            </a:r>
            <a:endParaRPr lang="en-IN"/>
          </a:p>
        </p:txBody>
      </p:sp>
      <p:sp>
        <p:nvSpPr>
          <p:cNvPr id="7" name="Slide Number Placeholder 6"/>
          <p:cNvSpPr>
            <a:spLocks noGrp="1"/>
          </p:cNvSpPr>
          <p:nvPr>
            <p:ph type="sldNum" sz="quarter" idx="12"/>
          </p:nvPr>
        </p:nvSpPr>
        <p:spPr/>
        <p:txBody>
          <a:bodyPr/>
          <a:lstStyle/>
          <a:p>
            <a:fld id="{5B97F983-A70E-4B00-9EE8-1E4F1C0CD343}" type="slidenum">
              <a:rPr lang="en-IN" smtClean="0"/>
              <a:t>‹#›</a:t>
            </a:fld>
            <a:endParaRPr lang="en-IN"/>
          </a:p>
        </p:txBody>
      </p:sp>
    </p:spTree>
    <p:extLst>
      <p:ext uri="{BB962C8B-B14F-4D97-AF65-F5344CB8AC3E}">
        <p14:creationId xmlns:p14="http://schemas.microsoft.com/office/powerpoint/2010/main" val="3497309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smtClean="0"/>
              <a:t>Monday, 2 March  2026</a:t>
            </a:r>
            <a:endParaRPr lang="en-IN"/>
          </a:p>
        </p:txBody>
      </p:sp>
      <p:sp>
        <p:nvSpPr>
          <p:cNvPr id="5" name="Footer Placeholder 4"/>
          <p:cNvSpPr>
            <a:spLocks noGrp="1"/>
          </p:cNvSpPr>
          <p:nvPr>
            <p:ph type="ftr" sz="quarter" idx="11"/>
          </p:nvPr>
        </p:nvSpPr>
        <p:spPr/>
        <p:txBody>
          <a:bodyPr/>
          <a:lstStyle/>
          <a:p>
            <a:r>
              <a:rPr lang="en-US" smtClean="0"/>
              <a:t>Kajal, 245040, Bachelor of Computer Applications (2024-27)</a:t>
            </a:r>
            <a:endParaRPr lang="en-IN"/>
          </a:p>
        </p:txBody>
      </p:sp>
      <p:sp>
        <p:nvSpPr>
          <p:cNvPr id="6" name="Slide Number Placeholder 5"/>
          <p:cNvSpPr>
            <a:spLocks noGrp="1"/>
          </p:cNvSpPr>
          <p:nvPr>
            <p:ph type="sldNum" sz="quarter" idx="12"/>
          </p:nvPr>
        </p:nvSpPr>
        <p:spPr/>
        <p:txBody>
          <a:bodyPr/>
          <a:lstStyle/>
          <a:p>
            <a:fld id="{5B97F983-A70E-4B00-9EE8-1E4F1C0CD343}" type="slidenum">
              <a:rPr lang="en-IN" smtClean="0"/>
              <a:t>‹#›</a:t>
            </a:fld>
            <a:endParaRPr lang="en-IN"/>
          </a:p>
        </p:txBody>
      </p:sp>
    </p:spTree>
    <p:extLst>
      <p:ext uri="{BB962C8B-B14F-4D97-AF65-F5344CB8AC3E}">
        <p14:creationId xmlns:p14="http://schemas.microsoft.com/office/powerpoint/2010/main" val="1682501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smtClean="0"/>
              <a:t>Monday, 2 March  2026</a:t>
            </a:r>
            <a:endParaRPr lang="en-IN"/>
          </a:p>
        </p:txBody>
      </p:sp>
      <p:sp>
        <p:nvSpPr>
          <p:cNvPr id="5" name="Footer Placeholder 4"/>
          <p:cNvSpPr>
            <a:spLocks noGrp="1"/>
          </p:cNvSpPr>
          <p:nvPr>
            <p:ph type="ftr" sz="quarter" idx="11"/>
          </p:nvPr>
        </p:nvSpPr>
        <p:spPr/>
        <p:txBody>
          <a:bodyPr/>
          <a:lstStyle/>
          <a:p>
            <a:r>
              <a:rPr lang="en-US" smtClean="0"/>
              <a:t>Kajal, 245040, Bachelor of Computer Applications (2024-27)</a:t>
            </a:r>
            <a:endParaRPr lang="en-IN"/>
          </a:p>
        </p:txBody>
      </p:sp>
      <p:sp>
        <p:nvSpPr>
          <p:cNvPr id="6" name="Slide Number Placeholder 5"/>
          <p:cNvSpPr>
            <a:spLocks noGrp="1"/>
          </p:cNvSpPr>
          <p:nvPr>
            <p:ph type="sldNum" sz="quarter" idx="12"/>
          </p:nvPr>
        </p:nvSpPr>
        <p:spPr/>
        <p:txBody>
          <a:bodyPr/>
          <a:lstStyle/>
          <a:p>
            <a:fld id="{5B97F983-A70E-4B00-9EE8-1E4F1C0CD343}" type="slidenum">
              <a:rPr lang="en-IN" smtClean="0"/>
              <a:t>‹#›</a:t>
            </a:fld>
            <a:endParaRPr lang="en-IN"/>
          </a:p>
        </p:txBody>
      </p:sp>
    </p:spTree>
    <p:extLst>
      <p:ext uri="{BB962C8B-B14F-4D97-AF65-F5344CB8AC3E}">
        <p14:creationId xmlns:p14="http://schemas.microsoft.com/office/powerpoint/2010/main" val="870773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Monday, 2 March  2026</a:t>
            </a:r>
            <a:endParaRPr lang="en-IN"/>
          </a:p>
        </p:txBody>
      </p:sp>
      <p:sp>
        <p:nvSpPr>
          <p:cNvPr id="5" name="Footer Placeholder 4"/>
          <p:cNvSpPr>
            <a:spLocks noGrp="1"/>
          </p:cNvSpPr>
          <p:nvPr>
            <p:ph type="ftr" sz="quarter" idx="3"/>
          </p:nvPr>
        </p:nvSpPr>
        <p:spPr>
          <a:xfrm>
            <a:off x="3581400" y="6356350"/>
            <a:ext cx="5029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Kajal, 245040, Bachelor of Computer Applications (2024-27)</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97F983-A70E-4B00-9EE8-1E4F1C0CD343}" type="slidenum">
              <a:rPr lang="en-IN" smtClean="0"/>
              <a:t>‹#›</a:t>
            </a:fld>
            <a:endParaRPr lang="en-IN"/>
          </a:p>
        </p:txBody>
      </p:sp>
      <p:pic>
        <p:nvPicPr>
          <p:cNvPr id="7" name="Picture 6" descr="D:\MAIMT Documents\MAIMT Logo.jpg"/>
          <p:cNvPicPr>
            <a:picLocks noChangeAspect="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8519" y="98498"/>
            <a:ext cx="829783" cy="936000"/>
          </a:xfrm>
          <a:prstGeom prst="rect">
            <a:avLst/>
          </a:prstGeom>
          <a:noFill/>
          <a:ln>
            <a:noFill/>
          </a:ln>
        </p:spPr>
      </p:pic>
    </p:spTree>
    <p:extLst>
      <p:ext uri="{BB962C8B-B14F-4D97-AF65-F5344CB8AC3E}">
        <p14:creationId xmlns:p14="http://schemas.microsoft.com/office/powerpoint/2010/main" val="2228255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p:txStyles>
    <p:titleStyle>
      <a:lvl1pPr algn="ctr" defTabSz="914400" rtl="0" eaLnBrk="1" latinLnBrk="0" hangingPunct="1">
        <a:lnSpc>
          <a:spcPct val="90000"/>
        </a:lnSpc>
        <a:spcBef>
          <a:spcPct val="0"/>
        </a:spcBef>
        <a:buNone/>
        <a:defRPr sz="3600" b="1" kern="1200">
          <a:solidFill>
            <a:schemeClr val="tx1"/>
          </a:solidFill>
          <a:latin typeface="+mn-lt"/>
          <a:ea typeface="+mj-ea"/>
          <a:cs typeface="+mj-cs"/>
        </a:defRPr>
      </a:lvl1pPr>
    </p:titleStyle>
    <p:body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web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youtu.be/P8wY6mi1vV8"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ubtitle 2"/>
          <p:cNvSpPr>
            <a:spLocks noGrp="1"/>
          </p:cNvSpPr>
          <p:nvPr>
            <p:ph type="subTitle" idx="1"/>
          </p:nvPr>
        </p:nvSpPr>
        <p:spPr>
          <a:xfrm>
            <a:off x="0" y="2066546"/>
            <a:ext cx="12192000" cy="1082105"/>
          </a:xfrm>
        </p:spPr>
        <p:txBody>
          <a:bodyPr>
            <a:normAutofit/>
          </a:bodyPr>
          <a:lstStyle/>
          <a:p>
            <a:r>
              <a:rPr lang="en-US" sz="6000" dirty="0"/>
              <a:t>Seminar</a:t>
            </a:r>
            <a:endParaRPr lang="en-IN" sz="6000" dirty="0"/>
          </a:p>
        </p:txBody>
      </p:sp>
      <p:sp>
        <p:nvSpPr>
          <p:cNvPr id="5" name="TextBox 4"/>
          <p:cNvSpPr txBox="1"/>
          <p:nvPr/>
        </p:nvSpPr>
        <p:spPr>
          <a:xfrm>
            <a:off x="1017916" y="77640"/>
            <a:ext cx="10205049" cy="1692771"/>
          </a:xfrm>
          <a:prstGeom prst="rect">
            <a:avLst/>
          </a:prstGeom>
          <a:noFill/>
        </p:spPr>
        <p:txBody>
          <a:bodyPr wrap="square" rtlCol="0">
            <a:spAutoFit/>
          </a:bodyPr>
          <a:lstStyle/>
          <a:p>
            <a:pPr algn="ctr"/>
            <a:r>
              <a:rPr lang="en-US" sz="52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Maharaja Agrasen Institute of Management &amp; Technology</a:t>
            </a:r>
            <a:endParaRPr lang="en-IN" sz="52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6" name="Subtitle 2"/>
          <p:cNvSpPr txBox="1">
            <a:spLocks/>
          </p:cNvSpPr>
          <p:nvPr/>
        </p:nvSpPr>
        <p:spPr>
          <a:xfrm>
            <a:off x="5756" y="3374887"/>
            <a:ext cx="12192000" cy="73991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000" dirty="0" smtClean="0"/>
              <a:t>Fuzzy Logic and Fuzzy System</a:t>
            </a:r>
            <a:endParaRPr lang="en-IN" sz="4000" dirty="0"/>
          </a:p>
        </p:txBody>
      </p:sp>
      <p:sp>
        <p:nvSpPr>
          <p:cNvPr id="7" name="TextBox 6"/>
          <p:cNvSpPr txBox="1"/>
          <p:nvPr/>
        </p:nvSpPr>
        <p:spPr>
          <a:xfrm>
            <a:off x="521208" y="5301055"/>
            <a:ext cx="11228832" cy="1200329"/>
          </a:xfrm>
          <a:prstGeom prst="rect">
            <a:avLst/>
          </a:prstGeom>
          <a:noFill/>
        </p:spPr>
        <p:txBody>
          <a:bodyPr wrap="square" rtlCol="0">
            <a:spAutoFit/>
          </a:bodyPr>
          <a:lstStyle/>
          <a:p>
            <a:pPr>
              <a:tabLst>
                <a:tab pos="6456363" algn="l"/>
              </a:tabLst>
            </a:pPr>
            <a:r>
              <a:rPr lang="en-US" dirty="0"/>
              <a:t>Under the guidance of:	Presented by:</a:t>
            </a:r>
          </a:p>
          <a:p>
            <a:pPr>
              <a:tabLst>
                <a:tab pos="6456363" algn="l"/>
              </a:tabLst>
            </a:pPr>
            <a:r>
              <a:rPr lang="en-US" dirty="0"/>
              <a:t>Ms. </a:t>
            </a:r>
            <a:r>
              <a:rPr lang="en-US" dirty="0" smtClean="0"/>
              <a:t>Anchal Sahota</a:t>
            </a:r>
            <a:r>
              <a:rPr lang="en-US" dirty="0"/>
              <a:t>	</a:t>
            </a:r>
            <a:r>
              <a:rPr lang="en-US" dirty="0" smtClean="0"/>
              <a:t>Kajal</a:t>
            </a:r>
            <a:endParaRPr lang="en-US" dirty="0"/>
          </a:p>
          <a:p>
            <a:pPr>
              <a:tabLst>
                <a:tab pos="6456363" algn="l"/>
              </a:tabLst>
            </a:pPr>
            <a:r>
              <a:rPr lang="en-US" dirty="0"/>
              <a:t>Assistant Professor	College Roll No. </a:t>
            </a:r>
            <a:r>
              <a:rPr lang="en-US" dirty="0" smtClean="0"/>
              <a:t>245040, 4</a:t>
            </a:r>
            <a:r>
              <a:rPr lang="en-US" baseline="30000" dirty="0" smtClean="0"/>
              <a:t>th</a:t>
            </a:r>
            <a:r>
              <a:rPr lang="en-US" dirty="0" smtClean="0"/>
              <a:t> </a:t>
            </a:r>
            <a:r>
              <a:rPr lang="en-US" dirty="0"/>
              <a:t>Semester	</a:t>
            </a:r>
          </a:p>
          <a:p>
            <a:pPr>
              <a:tabLst>
                <a:tab pos="6456363" algn="l"/>
              </a:tabLst>
            </a:pPr>
            <a:r>
              <a:rPr lang="en-US" dirty="0"/>
              <a:t>Department of Computer Applications	Bachelor of Computer Applications (2024-27)	</a:t>
            </a:r>
            <a:endParaRPr lang="en-IN" dirty="0"/>
          </a:p>
        </p:txBody>
      </p:sp>
    </p:spTree>
    <p:extLst>
      <p:ext uri="{BB962C8B-B14F-4D97-AF65-F5344CB8AC3E}">
        <p14:creationId xmlns:p14="http://schemas.microsoft.com/office/powerpoint/2010/main" val="8212984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endParaRPr lang="en-IN" dirty="0"/>
          </a:p>
        </p:txBody>
      </p:sp>
      <p:sp>
        <p:nvSpPr>
          <p:cNvPr id="3" name="Content Placeholder 2"/>
          <p:cNvSpPr>
            <a:spLocks noGrp="1"/>
          </p:cNvSpPr>
          <p:nvPr>
            <p:ph idx="1"/>
          </p:nvPr>
        </p:nvSpPr>
        <p:spPr/>
        <p:txBody>
          <a:bodyPr>
            <a:normAutofit lnSpcReduction="10000"/>
          </a:bodyPr>
          <a:lstStyle/>
          <a:p>
            <a:r>
              <a:rPr lang="en-US" dirty="0" smtClean="0"/>
              <a:t>Introduction to Fuzzy Logic</a:t>
            </a:r>
            <a:endParaRPr lang="en-US" dirty="0"/>
          </a:p>
          <a:p>
            <a:r>
              <a:rPr lang="en-US" dirty="0" smtClean="0"/>
              <a:t>Basics Concept of Fuzzy Logic</a:t>
            </a:r>
            <a:endParaRPr lang="en-US" dirty="0"/>
          </a:p>
          <a:p>
            <a:r>
              <a:rPr lang="en-US" dirty="0" smtClean="0"/>
              <a:t>Architecture of Fuzzy Logic System </a:t>
            </a:r>
            <a:endParaRPr lang="en-US" dirty="0"/>
          </a:p>
          <a:p>
            <a:r>
              <a:rPr lang="en-US" dirty="0" smtClean="0"/>
              <a:t>Working of Fuzzy Logic System</a:t>
            </a:r>
            <a:endParaRPr lang="en-US" dirty="0"/>
          </a:p>
          <a:p>
            <a:r>
              <a:rPr lang="en-US" dirty="0" smtClean="0"/>
              <a:t>Fuzzy Logic in Artificial Intelligence</a:t>
            </a:r>
          </a:p>
          <a:p>
            <a:r>
              <a:rPr lang="en-US" dirty="0" smtClean="0"/>
              <a:t>Applications of Fuzzy Logic in real life</a:t>
            </a:r>
            <a:endParaRPr lang="en-US" dirty="0"/>
          </a:p>
          <a:p>
            <a:r>
              <a:rPr lang="en-US" dirty="0" smtClean="0"/>
              <a:t>Advantages of Fuzzy Logic and System</a:t>
            </a:r>
          </a:p>
          <a:p>
            <a:r>
              <a:rPr lang="en-US" dirty="0" smtClean="0"/>
              <a:t>Disadvantages of Fuzzy Logic and System</a:t>
            </a:r>
            <a:endParaRPr lang="en-US" dirty="0"/>
          </a:p>
          <a:p>
            <a:r>
              <a:rPr lang="en-US" dirty="0"/>
              <a:t>Conclusion</a:t>
            </a:r>
          </a:p>
          <a:p>
            <a:endParaRPr lang="en-US" dirty="0"/>
          </a:p>
        </p:txBody>
      </p:sp>
      <p:sp>
        <p:nvSpPr>
          <p:cNvPr id="4" name="Date Placeholder 3"/>
          <p:cNvSpPr>
            <a:spLocks noGrp="1"/>
          </p:cNvSpPr>
          <p:nvPr>
            <p:ph type="dt" sz="half" idx="10"/>
          </p:nvPr>
        </p:nvSpPr>
        <p:spPr/>
        <p:txBody>
          <a:bodyPr/>
          <a:lstStyle/>
          <a:p>
            <a:r>
              <a:rPr lang="en-US" smtClean="0"/>
              <a:t>Monday, 2 March  2026</a:t>
            </a:r>
            <a:endParaRPr lang="en-IN" dirty="0"/>
          </a:p>
        </p:txBody>
      </p:sp>
      <p:sp>
        <p:nvSpPr>
          <p:cNvPr id="5" name="Footer Placeholder 4"/>
          <p:cNvSpPr>
            <a:spLocks noGrp="1"/>
          </p:cNvSpPr>
          <p:nvPr>
            <p:ph type="ftr" sz="quarter" idx="11"/>
          </p:nvPr>
        </p:nvSpPr>
        <p:spPr/>
        <p:txBody>
          <a:bodyPr/>
          <a:lstStyle/>
          <a:p>
            <a:r>
              <a:rPr lang="en-US" dirty="0" smtClean="0"/>
              <a:t>Kajal, 245040, Bachelor of Computer Applications (2024-27)</a:t>
            </a:r>
            <a:endParaRPr lang="en-IN" dirty="0"/>
          </a:p>
        </p:txBody>
      </p:sp>
      <p:sp>
        <p:nvSpPr>
          <p:cNvPr id="6" name="Slide Number Placeholder 5"/>
          <p:cNvSpPr>
            <a:spLocks noGrp="1"/>
          </p:cNvSpPr>
          <p:nvPr>
            <p:ph type="sldNum" sz="quarter" idx="12"/>
          </p:nvPr>
        </p:nvSpPr>
        <p:spPr/>
        <p:txBody>
          <a:bodyPr/>
          <a:lstStyle/>
          <a:p>
            <a:fld id="{5B97F983-A70E-4B00-9EE8-1E4F1C0CD343}" type="slidenum">
              <a:rPr lang="en-IN" smtClean="0"/>
              <a:t>2</a:t>
            </a:fld>
            <a:endParaRPr lang="en-IN" dirty="0"/>
          </a:p>
        </p:txBody>
      </p:sp>
    </p:spTree>
    <p:extLst>
      <p:ext uri="{BB962C8B-B14F-4D97-AF65-F5344CB8AC3E}">
        <p14:creationId xmlns:p14="http://schemas.microsoft.com/office/powerpoint/2010/main" val="24868957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Fuzzy Logic</a:t>
            </a:r>
            <a:endParaRPr lang="en-IN" dirty="0"/>
          </a:p>
        </p:txBody>
      </p:sp>
      <p:sp>
        <p:nvSpPr>
          <p:cNvPr id="3" name="Content Placeholder 2"/>
          <p:cNvSpPr>
            <a:spLocks noGrp="1"/>
          </p:cNvSpPr>
          <p:nvPr>
            <p:ph idx="1"/>
          </p:nvPr>
        </p:nvSpPr>
        <p:spPr/>
        <p:txBody>
          <a:bodyPr/>
          <a:lstStyle/>
          <a:p>
            <a:r>
              <a:rPr lang="en-US" dirty="0"/>
              <a:t>Fuzzy Logic is a technique used to handle uncertainty and imprecise information</a:t>
            </a:r>
            <a:r>
              <a:rPr lang="en-US" dirty="0" smtClean="0"/>
              <a:t>.</a:t>
            </a:r>
          </a:p>
          <a:p>
            <a:r>
              <a:rPr lang="en-US" dirty="0"/>
              <a:t>Unlike Boolean logic that works with only 0 or 1, fuzzy logic allows values between 0 and 1</a:t>
            </a:r>
            <a:r>
              <a:rPr lang="en-US" dirty="0" smtClean="0"/>
              <a:t>.</a:t>
            </a:r>
          </a:p>
          <a:p>
            <a:r>
              <a:rPr lang="en-US" dirty="0"/>
              <a:t>It is widely used in AI, control systems, and decision-making applications.</a:t>
            </a:r>
          </a:p>
          <a:p>
            <a:endParaRPr lang="en-US" dirty="0" smtClean="0"/>
          </a:p>
        </p:txBody>
      </p:sp>
      <p:sp>
        <p:nvSpPr>
          <p:cNvPr id="4" name="Date Placeholder 3"/>
          <p:cNvSpPr>
            <a:spLocks noGrp="1"/>
          </p:cNvSpPr>
          <p:nvPr>
            <p:ph type="dt" sz="half" idx="10"/>
          </p:nvPr>
        </p:nvSpPr>
        <p:spPr/>
        <p:txBody>
          <a:bodyPr/>
          <a:lstStyle/>
          <a:p>
            <a:r>
              <a:rPr lang="en-US" smtClean="0"/>
              <a:t>Monday, 2 March  2026</a:t>
            </a:r>
            <a:endParaRPr lang="en-IN" dirty="0"/>
          </a:p>
        </p:txBody>
      </p:sp>
      <p:sp>
        <p:nvSpPr>
          <p:cNvPr id="5" name="Footer Placeholder 4"/>
          <p:cNvSpPr>
            <a:spLocks noGrp="1"/>
          </p:cNvSpPr>
          <p:nvPr>
            <p:ph type="ftr" sz="quarter" idx="11"/>
          </p:nvPr>
        </p:nvSpPr>
        <p:spPr/>
        <p:txBody>
          <a:bodyPr/>
          <a:lstStyle/>
          <a:p>
            <a:r>
              <a:rPr lang="en-US" dirty="0" smtClean="0"/>
              <a:t>Kajal, 245040, Bachelor of Computer Applications (2024-27)</a:t>
            </a:r>
            <a:endParaRPr lang="en-IN" dirty="0"/>
          </a:p>
        </p:txBody>
      </p:sp>
      <p:sp>
        <p:nvSpPr>
          <p:cNvPr id="6" name="Slide Number Placeholder 5"/>
          <p:cNvSpPr>
            <a:spLocks noGrp="1"/>
          </p:cNvSpPr>
          <p:nvPr>
            <p:ph type="sldNum" sz="quarter" idx="12"/>
          </p:nvPr>
        </p:nvSpPr>
        <p:spPr/>
        <p:txBody>
          <a:bodyPr/>
          <a:lstStyle/>
          <a:p>
            <a:fld id="{5B97F983-A70E-4B00-9EE8-1E4F1C0CD343}" type="slidenum">
              <a:rPr lang="en-IN" smtClean="0"/>
              <a:t>3</a:t>
            </a:fld>
            <a:endParaRPr lang="en-IN"/>
          </a:p>
        </p:txBody>
      </p:sp>
    </p:spTree>
    <p:extLst>
      <p:ext uri="{BB962C8B-B14F-4D97-AF65-F5344CB8AC3E}">
        <p14:creationId xmlns:p14="http://schemas.microsoft.com/office/powerpoint/2010/main" val="18036100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Basics Concepts of Fuzzy Logic</a:t>
            </a:r>
            <a:endParaRPr lang="en-IN" dirty="0"/>
          </a:p>
        </p:txBody>
      </p:sp>
      <p:sp>
        <p:nvSpPr>
          <p:cNvPr id="3" name="Content Placeholder 2"/>
          <p:cNvSpPr>
            <a:spLocks noGrp="1"/>
          </p:cNvSpPr>
          <p:nvPr>
            <p:ph idx="1"/>
          </p:nvPr>
        </p:nvSpPr>
        <p:spPr/>
        <p:txBody>
          <a:bodyPr/>
          <a:lstStyle/>
          <a:p>
            <a:r>
              <a:rPr lang="en-US" dirty="0" smtClean="0"/>
              <a:t>Fuzzy Sets</a:t>
            </a:r>
            <a:endParaRPr lang="en-US" dirty="0"/>
          </a:p>
          <a:p>
            <a:r>
              <a:rPr lang="en-US" dirty="0" smtClean="0"/>
              <a:t>Membership Function</a:t>
            </a:r>
            <a:endParaRPr lang="en-US" dirty="0"/>
          </a:p>
          <a:p>
            <a:r>
              <a:rPr lang="en-US" dirty="0" smtClean="0"/>
              <a:t>Linguistic Variables</a:t>
            </a:r>
          </a:p>
          <a:p>
            <a:r>
              <a:rPr lang="en-US" dirty="0" smtClean="0"/>
              <a:t>Degrees of Truth</a:t>
            </a:r>
            <a:endParaRPr lang="en-US" dirty="0"/>
          </a:p>
          <a:p>
            <a:pPr marL="0" indent="0">
              <a:buNone/>
            </a:pPr>
            <a:endParaRPr lang="en-US" dirty="0"/>
          </a:p>
        </p:txBody>
      </p:sp>
      <p:sp>
        <p:nvSpPr>
          <p:cNvPr id="4" name="Date Placeholder 3"/>
          <p:cNvSpPr>
            <a:spLocks noGrp="1"/>
          </p:cNvSpPr>
          <p:nvPr>
            <p:ph type="dt" sz="half" idx="10"/>
          </p:nvPr>
        </p:nvSpPr>
        <p:spPr/>
        <p:txBody>
          <a:bodyPr/>
          <a:lstStyle/>
          <a:p>
            <a:r>
              <a:rPr lang="en-US" smtClean="0"/>
              <a:t>Monday, 2 March  2026</a:t>
            </a:r>
            <a:endParaRPr lang="en-IN" dirty="0"/>
          </a:p>
        </p:txBody>
      </p:sp>
      <p:sp>
        <p:nvSpPr>
          <p:cNvPr id="5" name="Footer Placeholder 4"/>
          <p:cNvSpPr>
            <a:spLocks noGrp="1"/>
          </p:cNvSpPr>
          <p:nvPr>
            <p:ph type="ftr" sz="quarter" idx="11"/>
          </p:nvPr>
        </p:nvSpPr>
        <p:spPr/>
        <p:txBody>
          <a:bodyPr/>
          <a:lstStyle/>
          <a:p>
            <a:r>
              <a:rPr lang="en-US" dirty="0" smtClean="0"/>
              <a:t>Kajal, 245040, Bachelor of Computer Applications (2024-27)</a:t>
            </a:r>
            <a:endParaRPr lang="en-IN" dirty="0"/>
          </a:p>
        </p:txBody>
      </p:sp>
      <p:sp>
        <p:nvSpPr>
          <p:cNvPr id="6" name="Slide Number Placeholder 5"/>
          <p:cNvSpPr>
            <a:spLocks noGrp="1"/>
          </p:cNvSpPr>
          <p:nvPr>
            <p:ph type="sldNum" sz="quarter" idx="12"/>
          </p:nvPr>
        </p:nvSpPr>
        <p:spPr/>
        <p:txBody>
          <a:bodyPr/>
          <a:lstStyle/>
          <a:p>
            <a:fld id="{5B97F983-A70E-4B00-9EE8-1E4F1C0CD343}" type="slidenum">
              <a:rPr lang="en-IN" smtClean="0"/>
              <a:t>4</a:t>
            </a:fld>
            <a:endParaRPr lang="en-IN"/>
          </a:p>
        </p:txBody>
      </p:sp>
    </p:spTree>
    <p:extLst>
      <p:ext uri="{BB962C8B-B14F-4D97-AF65-F5344CB8AC3E}">
        <p14:creationId xmlns:p14="http://schemas.microsoft.com/office/powerpoint/2010/main" val="40383255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CCE963-D077-2DB9-5B7F-DBCEDFC6D4AC}"/>
              </a:ext>
            </a:extLst>
          </p:cNvPr>
          <p:cNvSpPr>
            <a:spLocks noGrp="1"/>
          </p:cNvSpPr>
          <p:nvPr>
            <p:ph type="title"/>
          </p:nvPr>
        </p:nvSpPr>
        <p:spPr/>
        <p:txBody>
          <a:bodyPr/>
          <a:lstStyle/>
          <a:p>
            <a:r>
              <a:rPr lang="en-US" dirty="0" smtClean="0"/>
              <a:t>Architecture of Fuzzy Logic System</a:t>
            </a:r>
            <a:endParaRPr lang="en-IN" dirty="0"/>
          </a:p>
        </p:txBody>
      </p:sp>
      <p:sp>
        <p:nvSpPr>
          <p:cNvPr id="3" name="Content Placeholder 2">
            <a:extLst>
              <a:ext uri="{FF2B5EF4-FFF2-40B4-BE49-F238E27FC236}">
                <a16:creationId xmlns="" xmlns:a16="http://schemas.microsoft.com/office/drawing/2014/main" id="{457BDA6E-DE97-DCD2-77F1-D657D7A13F92}"/>
              </a:ext>
            </a:extLst>
          </p:cNvPr>
          <p:cNvSpPr>
            <a:spLocks noGrp="1"/>
          </p:cNvSpPr>
          <p:nvPr>
            <p:ph idx="1"/>
          </p:nvPr>
        </p:nvSpPr>
        <p:spPr/>
        <p:txBody>
          <a:bodyPr/>
          <a:lstStyle/>
          <a:p>
            <a:r>
              <a:rPr lang="en-US" dirty="0" smtClean="0"/>
              <a:t>Crisp Inputs</a:t>
            </a:r>
            <a:endParaRPr lang="en-US" dirty="0"/>
          </a:p>
          <a:p>
            <a:r>
              <a:rPr lang="en-US" dirty="0" smtClean="0"/>
              <a:t>Fuzzification</a:t>
            </a:r>
            <a:endParaRPr lang="en-US" dirty="0"/>
          </a:p>
          <a:p>
            <a:r>
              <a:rPr lang="en-US" dirty="0" smtClean="0"/>
              <a:t>Knowledge Base</a:t>
            </a:r>
            <a:endParaRPr lang="en-US" dirty="0"/>
          </a:p>
          <a:p>
            <a:r>
              <a:rPr lang="en-US" dirty="0" smtClean="0"/>
              <a:t>Inference Engine</a:t>
            </a:r>
            <a:endParaRPr lang="en-US" dirty="0"/>
          </a:p>
          <a:p>
            <a:r>
              <a:rPr lang="en-US" dirty="0" smtClean="0"/>
              <a:t>Defuzzification</a:t>
            </a:r>
            <a:endParaRPr lang="en-US" dirty="0"/>
          </a:p>
        </p:txBody>
      </p:sp>
      <p:sp>
        <p:nvSpPr>
          <p:cNvPr id="4" name="Date Placeholder 3">
            <a:extLst>
              <a:ext uri="{FF2B5EF4-FFF2-40B4-BE49-F238E27FC236}">
                <a16:creationId xmlns="" xmlns:a16="http://schemas.microsoft.com/office/drawing/2014/main" id="{0E19318A-B496-4695-B65B-B907D50F07D0}"/>
              </a:ext>
            </a:extLst>
          </p:cNvPr>
          <p:cNvSpPr>
            <a:spLocks noGrp="1"/>
          </p:cNvSpPr>
          <p:nvPr>
            <p:ph type="dt" sz="half" idx="10"/>
          </p:nvPr>
        </p:nvSpPr>
        <p:spPr/>
        <p:txBody>
          <a:bodyPr/>
          <a:lstStyle/>
          <a:p>
            <a:r>
              <a:rPr lang="en-US" smtClean="0"/>
              <a:t>Monday, 2 March  2026</a:t>
            </a:r>
            <a:endParaRPr lang="en-IN" dirty="0"/>
          </a:p>
        </p:txBody>
      </p:sp>
      <p:sp>
        <p:nvSpPr>
          <p:cNvPr id="5" name="Footer Placeholder 4">
            <a:extLst>
              <a:ext uri="{FF2B5EF4-FFF2-40B4-BE49-F238E27FC236}">
                <a16:creationId xmlns="" xmlns:a16="http://schemas.microsoft.com/office/drawing/2014/main" id="{23ACCC23-ABBC-674B-0E09-7F04D89BDF67}"/>
              </a:ext>
            </a:extLst>
          </p:cNvPr>
          <p:cNvSpPr>
            <a:spLocks noGrp="1"/>
          </p:cNvSpPr>
          <p:nvPr>
            <p:ph type="ftr" sz="quarter" idx="11"/>
          </p:nvPr>
        </p:nvSpPr>
        <p:spPr/>
        <p:txBody>
          <a:bodyPr/>
          <a:lstStyle/>
          <a:p>
            <a:r>
              <a:rPr lang="en-US" smtClean="0"/>
              <a:t>Kajal, 245040, Bachelor of Computer Applications (2024-27)</a:t>
            </a:r>
            <a:endParaRPr lang="en-IN" dirty="0"/>
          </a:p>
        </p:txBody>
      </p:sp>
      <p:sp>
        <p:nvSpPr>
          <p:cNvPr id="6" name="Slide Number Placeholder 5">
            <a:extLst>
              <a:ext uri="{FF2B5EF4-FFF2-40B4-BE49-F238E27FC236}">
                <a16:creationId xmlns="" xmlns:a16="http://schemas.microsoft.com/office/drawing/2014/main" id="{7DB3096F-C728-4993-D423-167699A1565A}"/>
              </a:ext>
            </a:extLst>
          </p:cNvPr>
          <p:cNvSpPr>
            <a:spLocks noGrp="1"/>
          </p:cNvSpPr>
          <p:nvPr>
            <p:ph type="sldNum" sz="quarter" idx="12"/>
          </p:nvPr>
        </p:nvSpPr>
        <p:spPr/>
        <p:txBody>
          <a:bodyPr/>
          <a:lstStyle/>
          <a:p>
            <a:fld id="{5B97F983-A70E-4B00-9EE8-1E4F1C0CD343}" type="slidenum">
              <a:rPr lang="en-IN" smtClean="0"/>
              <a:t>5</a:t>
            </a:fld>
            <a:endParaRPr lang="en-IN"/>
          </a:p>
        </p:txBody>
      </p:sp>
      <p:pic>
        <p:nvPicPr>
          <p:cNvPr id="11" name="Picture 10"/>
          <p:cNvPicPr/>
          <p:nvPr/>
        </p:nvPicPr>
        <p:blipFill>
          <a:blip r:embed="rId2">
            <a:extLst>
              <a:ext uri="{28A0092B-C50C-407E-A947-70E740481C1C}">
                <a14:useLocalDpi xmlns:a14="http://schemas.microsoft.com/office/drawing/2010/main" val="0"/>
              </a:ext>
            </a:extLst>
          </a:blip>
          <a:stretch>
            <a:fillRect/>
          </a:stretch>
        </p:blipFill>
        <p:spPr>
          <a:xfrm>
            <a:off x="5400187" y="1870075"/>
            <a:ext cx="5274310" cy="2637155"/>
          </a:xfrm>
          <a:prstGeom prst="rect">
            <a:avLst/>
          </a:prstGeom>
        </p:spPr>
      </p:pic>
    </p:spTree>
    <p:extLst>
      <p:ext uri="{BB962C8B-B14F-4D97-AF65-F5344CB8AC3E}">
        <p14:creationId xmlns:p14="http://schemas.microsoft.com/office/powerpoint/2010/main" val="18900117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787D441-568D-DC4B-0D03-FA2EA7C2B299}"/>
              </a:ext>
            </a:extLst>
          </p:cNvPr>
          <p:cNvSpPr>
            <a:spLocks noGrp="1"/>
          </p:cNvSpPr>
          <p:nvPr>
            <p:ph type="title"/>
          </p:nvPr>
        </p:nvSpPr>
        <p:spPr/>
        <p:txBody>
          <a:bodyPr/>
          <a:lstStyle/>
          <a:p>
            <a:r>
              <a:rPr lang="en-US" dirty="0" smtClean="0"/>
              <a:t>Working of Fuzzy Logic System</a:t>
            </a:r>
            <a:endParaRPr lang="en-IN" dirty="0"/>
          </a:p>
        </p:txBody>
      </p:sp>
      <p:sp>
        <p:nvSpPr>
          <p:cNvPr id="3" name="Content Placeholder 2">
            <a:extLst>
              <a:ext uri="{FF2B5EF4-FFF2-40B4-BE49-F238E27FC236}">
                <a16:creationId xmlns="" xmlns:a16="http://schemas.microsoft.com/office/drawing/2014/main" id="{956D0CCE-BD46-D8C5-FB95-47C15221C11F}"/>
              </a:ext>
            </a:extLst>
          </p:cNvPr>
          <p:cNvSpPr>
            <a:spLocks noGrp="1"/>
          </p:cNvSpPr>
          <p:nvPr>
            <p:ph idx="1"/>
          </p:nvPr>
        </p:nvSpPr>
        <p:spPr/>
        <p:txBody>
          <a:bodyPr>
            <a:normAutofit/>
          </a:bodyPr>
          <a:lstStyle/>
          <a:p>
            <a:r>
              <a:rPr lang="en-IN" dirty="0" smtClean="0"/>
              <a:t>Input </a:t>
            </a:r>
            <a:r>
              <a:rPr lang="en-IN" dirty="0"/>
              <a:t>Collection (Crisp Inputs)</a:t>
            </a:r>
          </a:p>
          <a:p>
            <a:r>
              <a:rPr lang="en-IN" dirty="0"/>
              <a:t>Fuzzification of </a:t>
            </a:r>
            <a:r>
              <a:rPr lang="en-IN" dirty="0" smtClean="0"/>
              <a:t>Inputs</a:t>
            </a:r>
            <a:endParaRPr lang="en-US" dirty="0"/>
          </a:p>
          <a:p>
            <a:r>
              <a:rPr lang="en-IN" dirty="0" smtClean="0"/>
              <a:t>Rule </a:t>
            </a:r>
            <a:r>
              <a:rPr lang="en-IN" dirty="0"/>
              <a:t>Evaluation Using the Rule Base</a:t>
            </a:r>
          </a:p>
          <a:p>
            <a:r>
              <a:rPr lang="en-IN" dirty="0"/>
              <a:t>Inference Process</a:t>
            </a:r>
            <a:endParaRPr lang="en-US" dirty="0"/>
          </a:p>
          <a:p>
            <a:r>
              <a:rPr lang="en-IN" dirty="0"/>
              <a:t>Aggregation of Rule Outputs</a:t>
            </a:r>
          </a:p>
          <a:p>
            <a:r>
              <a:rPr lang="en-IN" dirty="0"/>
              <a:t>Defuzzification of </a:t>
            </a:r>
            <a:r>
              <a:rPr lang="en-IN" dirty="0" smtClean="0"/>
              <a:t>Output</a:t>
            </a:r>
            <a:endParaRPr lang="en-US" dirty="0"/>
          </a:p>
        </p:txBody>
      </p:sp>
      <p:sp>
        <p:nvSpPr>
          <p:cNvPr id="4" name="Date Placeholder 3">
            <a:extLst>
              <a:ext uri="{FF2B5EF4-FFF2-40B4-BE49-F238E27FC236}">
                <a16:creationId xmlns="" xmlns:a16="http://schemas.microsoft.com/office/drawing/2014/main" id="{AE433D01-4D24-6A15-FD82-01576ED6FD27}"/>
              </a:ext>
            </a:extLst>
          </p:cNvPr>
          <p:cNvSpPr>
            <a:spLocks noGrp="1"/>
          </p:cNvSpPr>
          <p:nvPr>
            <p:ph type="dt" sz="half" idx="10"/>
          </p:nvPr>
        </p:nvSpPr>
        <p:spPr/>
        <p:txBody>
          <a:bodyPr/>
          <a:lstStyle/>
          <a:p>
            <a:r>
              <a:rPr lang="en-US" smtClean="0"/>
              <a:t>Monday, 2 March  2026</a:t>
            </a:r>
            <a:endParaRPr lang="en-IN" dirty="0"/>
          </a:p>
        </p:txBody>
      </p:sp>
      <p:sp>
        <p:nvSpPr>
          <p:cNvPr id="5" name="Footer Placeholder 4">
            <a:extLst>
              <a:ext uri="{FF2B5EF4-FFF2-40B4-BE49-F238E27FC236}">
                <a16:creationId xmlns="" xmlns:a16="http://schemas.microsoft.com/office/drawing/2014/main" id="{B2EDCB24-B3ED-7AF2-6FE6-52C501911C5B}"/>
              </a:ext>
            </a:extLst>
          </p:cNvPr>
          <p:cNvSpPr>
            <a:spLocks noGrp="1"/>
          </p:cNvSpPr>
          <p:nvPr>
            <p:ph type="ftr" sz="quarter" idx="11"/>
          </p:nvPr>
        </p:nvSpPr>
        <p:spPr/>
        <p:txBody>
          <a:bodyPr/>
          <a:lstStyle/>
          <a:p>
            <a:r>
              <a:rPr lang="en-US" smtClean="0"/>
              <a:t>Kajal, 245040, Bachelor of Computer Applications (2024-27)</a:t>
            </a:r>
            <a:endParaRPr lang="en-IN" dirty="0"/>
          </a:p>
        </p:txBody>
      </p:sp>
      <p:sp>
        <p:nvSpPr>
          <p:cNvPr id="6" name="Slide Number Placeholder 5">
            <a:extLst>
              <a:ext uri="{FF2B5EF4-FFF2-40B4-BE49-F238E27FC236}">
                <a16:creationId xmlns="" xmlns:a16="http://schemas.microsoft.com/office/drawing/2014/main" id="{D260A378-95F6-F433-1E08-463EC6D9F551}"/>
              </a:ext>
            </a:extLst>
          </p:cNvPr>
          <p:cNvSpPr>
            <a:spLocks noGrp="1"/>
          </p:cNvSpPr>
          <p:nvPr>
            <p:ph type="sldNum" sz="quarter" idx="12"/>
          </p:nvPr>
        </p:nvSpPr>
        <p:spPr/>
        <p:txBody>
          <a:bodyPr/>
          <a:lstStyle/>
          <a:p>
            <a:fld id="{5B97F983-A70E-4B00-9EE8-1E4F1C0CD343}" type="slidenum">
              <a:rPr lang="en-IN" smtClean="0"/>
              <a:t>6</a:t>
            </a:fld>
            <a:endParaRPr lang="en-IN"/>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5882" y="1870075"/>
            <a:ext cx="5176912" cy="2955143"/>
          </a:xfrm>
          <a:prstGeom prst="rect">
            <a:avLst/>
          </a:prstGeom>
        </p:spPr>
      </p:pic>
    </p:spTree>
    <p:extLst>
      <p:ext uri="{BB962C8B-B14F-4D97-AF65-F5344CB8AC3E}">
        <p14:creationId xmlns:p14="http://schemas.microsoft.com/office/powerpoint/2010/main" val="13614495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D4E1C1-C489-0989-33CF-B251C8A567F4}"/>
              </a:ext>
            </a:extLst>
          </p:cNvPr>
          <p:cNvSpPr>
            <a:spLocks noGrp="1"/>
          </p:cNvSpPr>
          <p:nvPr>
            <p:ph type="title"/>
          </p:nvPr>
        </p:nvSpPr>
        <p:spPr/>
        <p:txBody>
          <a:bodyPr/>
          <a:lstStyle/>
          <a:p>
            <a:r>
              <a:rPr lang="en-US" dirty="0" smtClean="0"/>
              <a:t>Fuzzy Logic in Artificial Intelligence</a:t>
            </a:r>
            <a:endParaRPr lang="en-IN" dirty="0"/>
          </a:p>
        </p:txBody>
      </p:sp>
      <p:sp>
        <p:nvSpPr>
          <p:cNvPr id="3" name="Content Placeholder 2">
            <a:extLst>
              <a:ext uri="{FF2B5EF4-FFF2-40B4-BE49-F238E27FC236}">
                <a16:creationId xmlns="" xmlns:a16="http://schemas.microsoft.com/office/drawing/2014/main" id="{15BDE29F-6E1D-9E43-C65F-0F97619032C2}"/>
              </a:ext>
            </a:extLst>
          </p:cNvPr>
          <p:cNvSpPr>
            <a:spLocks noGrp="1"/>
          </p:cNvSpPr>
          <p:nvPr>
            <p:ph idx="1"/>
          </p:nvPr>
        </p:nvSpPr>
        <p:spPr/>
        <p:txBody>
          <a:bodyPr/>
          <a:lstStyle/>
          <a:p>
            <a:r>
              <a:rPr lang="en-US" dirty="0"/>
              <a:t>Antivirus Software</a:t>
            </a:r>
          </a:p>
          <a:p>
            <a:r>
              <a:rPr lang="en-US" dirty="0"/>
              <a:t>Regular Updates</a:t>
            </a:r>
          </a:p>
          <a:p>
            <a:r>
              <a:rPr lang="en-US" dirty="0"/>
              <a:t>Firewalls</a:t>
            </a:r>
          </a:p>
          <a:p>
            <a:r>
              <a:rPr lang="en-US" dirty="0"/>
              <a:t>User Awareness</a:t>
            </a:r>
          </a:p>
          <a:p>
            <a:r>
              <a:rPr lang="en-US" dirty="0"/>
              <a:t>Safe Browsing Practices</a:t>
            </a:r>
          </a:p>
          <a:p>
            <a:endParaRPr lang="en-IN" dirty="0"/>
          </a:p>
        </p:txBody>
      </p:sp>
      <p:sp>
        <p:nvSpPr>
          <p:cNvPr id="4" name="Date Placeholder 3">
            <a:extLst>
              <a:ext uri="{FF2B5EF4-FFF2-40B4-BE49-F238E27FC236}">
                <a16:creationId xmlns="" xmlns:a16="http://schemas.microsoft.com/office/drawing/2014/main" id="{EFAC3A60-CF1F-3F9F-106B-2DF132E7C09B}"/>
              </a:ext>
            </a:extLst>
          </p:cNvPr>
          <p:cNvSpPr>
            <a:spLocks noGrp="1"/>
          </p:cNvSpPr>
          <p:nvPr>
            <p:ph type="dt" sz="half" idx="10"/>
          </p:nvPr>
        </p:nvSpPr>
        <p:spPr/>
        <p:txBody>
          <a:bodyPr/>
          <a:lstStyle/>
          <a:p>
            <a:r>
              <a:rPr lang="en-US" smtClean="0"/>
              <a:t>Monday, 2 March  2026</a:t>
            </a:r>
            <a:endParaRPr lang="en-IN" dirty="0"/>
          </a:p>
        </p:txBody>
      </p:sp>
      <p:sp>
        <p:nvSpPr>
          <p:cNvPr id="5" name="Footer Placeholder 4">
            <a:extLst>
              <a:ext uri="{FF2B5EF4-FFF2-40B4-BE49-F238E27FC236}">
                <a16:creationId xmlns="" xmlns:a16="http://schemas.microsoft.com/office/drawing/2014/main" id="{D3A8742E-A1A1-FD6F-5968-EB003E0381BD}"/>
              </a:ext>
            </a:extLst>
          </p:cNvPr>
          <p:cNvSpPr>
            <a:spLocks noGrp="1"/>
          </p:cNvSpPr>
          <p:nvPr>
            <p:ph type="ftr" sz="quarter" idx="11"/>
          </p:nvPr>
        </p:nvSpPr>
        <p:spPr/>
        <p:txBody>
          <a:bodyPr/>
          <a:lstStyle/>
          <a:p>
            <a:r>
              <a:rPr lang="en-US" smtClean="0"/>
              <a:t>Kajal, 245040, Bachelor of Computer Applications (2024-27)</a:t>
            </a:r>
            <a:endParaRPr lang="en-IN" dirty="0"/>
          </a:p>
        </p:txBody>
      </p:sp>
      <p:sp>
        <p:nvSpPr>
          <p:cNvPr id="6" name="Slide Number Placeholder 5">
            <a:extLst>
              <a:ext uri="{FF2B5EF4-FFF2-40B4-BE49-F238E27FC236}">
                <a16:creationId xmlns="" xmlns:a16="http://schemas.microsoft.com/office/drawing/2014/main" id="{855740B2-70C8-4CD4-1F00-B749123A8231}"/>
              </a:ext>
            </a:extLst>
          </p:cNvPr>
          <p:cNvSpPr>
            <a:spLocks noGrp="1"/>
          </p:cNvSpPr>
          <p:nvPr>
            <p:ph type="sldNum" sz="quarter" idx="12"/>
          </p:nvPr>
        </p:nvSpPr>
        <p:spPr/>
        <p:txBody>
          <a:bodyPr/>
          <a:lstStyle/>
          <a:p>
            <a:fld id="{5B97F983-A70E-4B00-9EE8-1E4F1C0CD343}" type="slidenum">
              <a:rPr lang="en-IN" smtClean="0"/>
              <a:t>7</a:t>
            </a:fld>
            <a:endParaRPr lang="en-IN"/>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3175" y="1825625"/>
            <a:ext cx="5176911" cy="2718240"/>
          </a:xfrm>
          <a:prstGeom prst="rect">
            <a:avLst/>
          </a:prstGeom>
        </p:spPr>
      </p:pic>
    </p:spTree>
    <p:extLst>
      <p:ext uri="{BB962C8B-B14F-4D97-AF65-F5344CB8AC3E}">
        <p14:creationId xmlns:p14="http://schemas.microsoft.com/office/powerpoint/2010/main" val="31461802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 of Fuzzy </a:t>
            </a:r>
            <a:r>
              <a:rPr lang="en-US" dirty="0"/>
              <a:t>L</a:t>
            </a:r>
            <a:r>
              <a:rPr lang="en-US" dirty="0" smtClean="0"/>
              <a:t>ogic in Real life</a:t>
            </a:r>
            <a:endParaRPr lang="en-IN" dirty="0"/>
          </a:p>
        </p:txBody>
      </p:sp>
      <p:sp>
        <p:nvSpPr>
          <p:cNvPr id="3" name="Content Placeholder 2"/>
          <p:cNvSpPr>
            <a:spLocks noGrp="1"/>
          </p:cNvSpPr>
          <p:nvPr>
            <p:ph idx="1"/>
          </p:nvPr>
        </p:nvSpPr>
        <p:spPr/>
        <p:txBody>
          <a:bodyPr/>
          <a:lstStyle/>
          <a:p>
            <a:r>
              <a:rPr lang="en-US" dirty="0" smtClean="0"/>
              <a:t>Home Appliances</a:t>
            </a:r>
          </a:p>
          <a:p>
            <a:r>
              <a:rPr lang="en-US" dirty="0" smtClean="0"/>
              <a:t>Consumer Electronics</a:t>
            </a:r>
          </a:p>
          <a:p>
            <a:r>
              <a:rPr lang="en-US" dirty="0" smtClean="0"/>
              <a:t>Automotive Industry</a:t>
            </a:r>
          </a:p>
          <a:p>
            <a:r>
              <a:rPr lang="en-US" dirty="0" smtClean="0"/>
              <a:t>Medical and Healthcare Systems</a:t>
            </a:r>
          </a:p>
          <a:p>
            <a:r>
              <a:rPr lang="en-US" dirty="0" smtClean="0"/>
              <a:t>Cybersecurity(Antivirus &amp; Firewalls)</a:t>
            </a:r>
          </a:p>
          <a:p>
            <a:r>
              <a:rPr lang="en-US" dirty="0" smtClean="0"/>
              <a:t>Games &amp; AI</a:t>
            </a:r>
            <a:endParaRPr lang="en-IN" dirty="0"/>
          </a:p>
        </p:txBody>
      </p:sp>
      <p:sp>
        <p:nvSpPr>
          <p:cNvPr id="4" name="Date Placeholder 3"/>
          <p:cNvSpPr>
            <a:spLocks noGrp="1"/>
          </p:cNvSpPr>
          <p:nvPr>
            <p:ph type="dt" sz="half" idx="10"/>
          </p:nvPr>
        </p:nvSpPr>
        <p:spPr/>
        <p:txBody>
          <a:bodyPr/>
          <a:lstStyle/>
          <a:p>
            <a:r>
              <a:rPr lang="en-US" smtClean="0"/>
              <a:t>Monday, 2 March  2026</a:t>
            </a:r>
            <a:endParaRPr lang="en-IN"/>
          </a:p>
        </p:txBody>
      </p:sp>
      <p:sp>
        <p:nvSpPr>
          <p:cNvPr id="5" name="Footer Placeholder 4"/>
          <p:cNvSpPr>
            <a:spLocks noGrp="1"/>
          </p:cNvSpPr>
          <p:nvPr>
            <p:ph type="ftr" sz="quarter" idx="11"/>
          </p:nvPr>
        </p:nvSpPr>
        <p:spPr/>
        <p:txBody>
          <a:bodyPr/>
          <a:lstStyle/>
          <a:p>
            <a:r>
              <a:rPr lang="en-US" smtClean="0"/>
              <a:t>Kajal, 245040, Bachelor of Computer Applications (2024-27)</a:t>
            </a:r>
            <a:endParaRPr lang="en-IN"/>
          </a:p>
        </p:txBody>
      </p:sp>
      <p:sp>
        <p:nvSpPr>
          <p:cNvPr id="6" name="Slide Number Placeholder 5"/>
          <p:cNvSpPr>
            <a:spLocks noGrp="1"/>
          </p:cNvSpPr>
          <p:nvPr>
            <p:ph type="sldNum" sz="quarter" idx="12"/>
          </p:nvPr>
        </p:nvSpPr>
        <p:spPr/>
        <p:txBody>
          <a:bodyPr/>
          <a:lstStyle/>
          <a:p>
            <a:fld id="{5B97F983-A70E-4B00-9EE8-1E4F1C0CD343}" type="slidenum">
              <a:rPr lang="en-IN" smtClean="0"/>
              <a:t>8</a:t>
            </a:fld>
            <a:endParaRPr lang="en-IN"/>
          </a:p>
        </p:txBody>
      </p:sp>
    </p:spTree>
    <p:extLst>
      <p:ext uri="{BB962C8B-B14F-4D97-AF65-F5344CB8AC3E}">
        <p14:creationId xmlns:p14="http://schemas.microsoft.com/office/powerpoint/2010/main" val="28925553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Fuzzy Logic and System</a:t>
            </a:r>
            <a:endParaRPr lang="en-IN" dirty="0"/>
          </a:p>
        </p:txBody>
      </p:sp>
      <p:sp>
        <p:nvSpPr>
          <p:cNvPr id="3" name="Content Placeholder 2"/>
          <p:cNvSpPr>
            <a:spLocks noGrp="1"/>
          </p:cNvSpPr>
          <p:nvPr>
            <p:ph idx="1"/>
          </p:nvPr>
        </p:nvSpPr>
        <p:spPr/>
        <p:txBody>
          <a:bodyPr/>
          <a:lstStyle/>
          <a:p>
            <a:r>
              <a:rPr lang="en-IN" dirty="0"/>
              <a:t>Handles Uncertainty and Vagueness</a:t>
            </a:r>
          </a:p>
          <a:p>
            <a:r>
              <a:rPr lang="en-IN" dirty="0"/>
              <a:t>Human-Like Reasoning</a:t>
            </a:r>
          </a:p>
          <a:p>
            <a:r>
              <a:rPr lang="en-IN" dirty="0"/>
              <a:t>Simple and Easy to Understand</a:t>
            </a:r>
          </a:p>
          <a:p>
            <a:r>
              <a:rPr lang="en-IN" dirty="0"/>
              <a:t>Flexible System Design</a:t>
            </a:r>
          </a:p>
          <a:p>
            <a:r>
              <a:rPr lang="en-IN" dirty="0"/>
              <a:t>No Need for Accurate Mathematical Models</a:t>
            </a:r>
          </a:p>
          <a:p>
            <a:r>
              <a:rPr lang="en-IN" dirty="0"/>
              <a:t>Effective in Complex Systems</a:t>
            </a:r>
          </a:p>
          <a:p>
            <a:endParaRPr lang="en-IN" dirty="0"/>
          </a:p>
        </p:txBody>
      </p:sp>
      <p:sp>
        <p:nvSpPr>
          <p:cNvPr id="4" name="Date Placeholder 3"/>
          <p:cNvSpPr>
            <a:spLocks noGrp="1"/>
          </p:cNvSpPr>
          <p:nvPr>
            <p:ph type="dt" sz="half" idx="10"/>
          </p:nvPr>
        </p:nvSpPr>
        <p:spPr/>
        <p:txBody>
          <a:bodyPr/>
          <a:lstStyle/>
          <a:p>
            <a:r>
              <a:rPr lang="en-US" smtClean="0"/>
              <a:t>Monday, 2 March  2026</a:t>
            </a:r>
            <a:endParaRPr lang="en-IN"/>
          </a:p>
        </p:txBody>
      </p:sp>
      <p:sp>
        <p:nvSpPr>
          <p:cNvPr id="5" name="Footer Placeholder 4"/>
          <p:cNvSpPr>
            <a:spLocks noGrp="1"/>
          </p:cNvSpPr>
          <p:nvPr>
            <p:ph type="ftr" sz="quarter" idx="11"/>
          </p:nvPr>
        </p:nvSpPr>
        <p:spPr/>
        <p:txBody>
          <a:bodyPr/>
          <a:lstStyle/>
          <a:p>
            <a:r>
              <a:rPr lang="en-US" smtClean="0"/>
              <a:t>Kajal, 245040, Bachelor of Computer Applications (2024-27)</a:t>
            </a:r>
            <a:endParaRPr lang="en-IN"/>
          </a:p>
        </p:txBody>
      </p:sp>
      <p:sp>
        <p:nvSpPr>
          <p:cNvPr id="6" name="Slide Number Placeholder 5"/>
          <p:cNvSpPr>
            <a:spLocks noGrp="1"/>
          </p:cNvSpPr>
          <p:nvPr>
            <p:ph type="sldNum" sz="quarter" idx="12"/>
          </p:nvPr>
        </p:nvSpPr>
        <p:spPr/>
        <p:txBody>
          <a:bodyPr/>
          <a:lstStyle/>
          <a:p>
            <a:fld id="{5B97F983-A70E-4B00-9EE8-1E4F1C0CD343}" type="slidenum">
              <a:rPr lang="en-IN" smtClean="0"/>
              <a:t>9</a:t>
            </a:fld>
            <a:endParaRPr lang="en-IN"/>
          </a:p>
        </p:txBody>
      </p:sp>
    </p:spTree>
    <p:extLst>
      <p:ext uri="{BB962C8B-B14F-4D97-AF65-F5344CB8AC3E}">
        <p14:creationId xmlns:p14="http://schemas.microsoft.com/office/powerpoint/2010/main" val="5108387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 of Fuzzy Logic and System</a:t>
            </a:r>
            <a:endParaRPr lang="en-IN" dirty="0"/>
          </a:p>
        </p:txBody>
      </p:sp>
      <p:sp>
        <p:nvSpPr>
          <p:cNvPr id="3" name="Content Placeholder 2"/>
          <p:cNvSpPr>
            <a:spLocks noGrp="1"/>
          </p:cNvSpPr>
          <p:nvPr>
            <p:ph idx="1"/>
          </p:nvPr>
        </p:nvSpPr>
        <p:spPr/>
        <p:txBody>
          <a:bodyPr/>
          <a:lstStyle/>
          <a:p>
            <a:r>
              <a:rPr lang="en-US" dirty="0"/>
              <a:t>Lack of Precision</a:t>
            </a:r>
            <a:endParaRPr lang="en-IN" dirty="0"/>
          </a:p>
          <a:p>
            <a:r>
              <a:rPr lang="en-US" dirty="0"/>
              <a:t>Dependency on Expert Knowledge</a:t>
            </a:r>
            <a:endParaRPr lang="en-IN" dirty="0"/>
          </a:p>
          <a:p>
            <a:r>
              <a:rPr lang="en-US" dirty="0"/>
              <a:t>No Standard Design Method</a:t>
            </a:r>
            <a:endParaRPr lang="en-IN" dirty="0"/>
          </a:p>
          <a:p>
            <a:r>
              <a:rPr lang="en-US" dirty="0"/>
              <a:t>Complex Rule Design</a:t>
            </a:r>
            <a:endParaRPr lang="en-IN" dirty="0"/>
          </a:p>
          <a:p>
            <a:r>
              <a:rPr lang="en-US" dirty="0"/>
              <a:t>No Self-Learning Capability</a:t>
            </a:r>
            <a:endParaRPr lang="en-IN" dirty="0"/>
          </a:p>
          <a:p>
            <a:r>
              <a:rPr lang="en-US" dirty="0"/>
              <a:t>High Computational Cost</a:t>
            </a:r>
            <a:endParaRPr lang="en-IN" dirty="0"/>
          </a:p>
          <a:p>
            <a:endParaRPr lang="en-IN" dirty="0"/>
          </a:p>
        </p:txBody>
      </p:sp>
      <p:sp>
        <p:nvSpPr>
          <p:cNvPr id="4" name="Date Placeholder 3"/>
          <p:cNvSpPr>
            <a:spLocks noGrp="1"/>
          </p:cNvSpPr>
          <p:nvPr>
            <p:ph type="dt" sz="half" idx="10"/>
          </p:nvPr>
        </p:nvSpPr>
        <p:spPr/>
        <p:txBody>
          <a:bodyPr/>
          <a:lstStyle/>
          <a:p>
            <a:r>
              <a:rPr lang="en-US" smtClean="0"/>
              <a:t>Monday, 2 March  2026</a:t>
            </a:r>
            <a:endParaRPr lang="en-IN"/>
          </a:p>
        </p:txBody>
      </p:sp>
      <p:sp>
        <p:nvSpPr>
          <p:cNvPr id="5" name="Footer Placeholder 4"/>
          <p:cNvSpPr>
            <a:spLocks noGrp="1"/>
          </p:cNvSpPr>
          <p:nvPr>
            <p:ph type="ftr" sz="quarter" idx="11"/>
          </p:nvPr>
        </p:nvSpPr>
        <p:spPr/>
        <p:txBody>
          <a:bodyPr/>
          <a:lstStyle/>
          <a:p>
            <a:r>
              <a:rPr lang="en-US" smtClean="0"/>
              <a:t>Kajal, 245040, Bachelor of Computer Applications (2024-27)</a:t>
            </a:r>
            <a:endParaRPr lang="en-IN" dirty="0"/>
          </a:p>
        </p:txBody>
      </p:sp>
      <p:sp>
        <p:nvSpPr>
          <p:cNvPr id="6" name="Slide Number Placeholder 5"/>
          <p:cNvSpPr>
            <a:spLocks noGrp="1"/>
          </p:cNvSpPr>
          <p:nvPr>
            <p:ph type="sldNum" sz="quarter" idx="12"/>
          </p:nvPr>
        </p:nvSpPr>
        <p:spPr/>
        <p:txBody>
          <a:bodyPr/>
          <a:lstStyle/>
          <a:p>
            <a:fld id="{5B97F983-A70E-4B00-9EE8-1E4F1C0CD343}" type="slidenum">
              <a:rPr lang="en-IN" smtClean="0"/>
              <a:t>10</a:t>
            </a:fld>
            <a:endParaRPr lang="en-IN"/>
          </a:p>
        </p:txBody>
      </p:sp>
    </p:spTree>
    <p:extLst>
      <p:ext uri="{BB962C8B-B14F-4D97-AF65-F5344CB8AC3E}">
        <p14:creationId xmlns:p14="http://schemas.microsoft.com/office/powerpoint/2010/main" val="22283957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 video</a:t>
            </a:r>
            <a:endParaRPr lang="en-IN" dirty="0"/>
          </a:p>
        </p:txBody>
      </p:sp>
      <p:sp>
        <p:nvSpPr>
          <p:cNvPr id="3" name="Content Placeholder 2"/>
          <p:cNvSpPr>
            <a:spLocks noGrp="1"/>
          </p:cNvSpPr>
          <p:nvPr>
            <p:ph idx="1"/>
          </p:nvPr>
        </p:nvSpPr>
        <p:spPr/>
        <p:txBody>
          <a:bodyPr/>
          <a:lstStyle/>
          <a:p>
            <a:r>
              <a:rPr lang="en-US" dirty="0" smtClean="0">
                <a:hlinkClick r:id="rId2"/>
              </a:rPr>
              <a:t>Watch the Reference Video</a:t>
            </a:r>
            <a:endParaRPr lang="en-IN" dirty="0"/>
          </a:p>
        </p:txBody>
      </p:sp>
      <p:sp>
        <p:nvSpPr>
          <p:cNvPr id="4" name="Date Placeholder 3"/>
          <p:cNvSpPr>
            <a:spLocks noGrp="1"/>
          </p:cNvSpPr>
          <p:nvPr>
            <p:ph type="dt" sz="half" idx="10"/>
          </p:nvPr>
        </p:nvSpPr>
        <p:spPr/>
        <p:txBody>
          <a:bodyPr/>
          <a:lstStyle/>
          <a:p>
            <a:r>
              <a:rPr lang="en-US" smtClean="0"/>
              <a:t>Monday, 2 March  2026</a:t>
            </a:r>
            <a:endParaRPr lang="en-IN"/>
          </a:p>
        </p:txBody>
      </p:sp>
      <p:sp>
        <p:nvSpPr>
          <p:cNvPr id="5" name="Footer Placeholder 4"/>
          <p:cNvSpPr>
            <a:spLocks noGrp="1"/>
          </p:cNvSpPr>
          <p:nvPr>
            <p:ph type="ftr" sz="quarter" idx="11"/>
          </p:nvPr>
        </p:nvSpPr>
        <p:spPr/>
        <p:txBody>
          <a:bodyPr/>
          <a:lstStyle/>
          <a:p>
            <a:r>
              <a:rPr lang="en-US" smtClean="0"/>
              <a:t>Kajal, 245040, Bachelor of Computer Applications (2024-27)</a:t>
            </a:r>
            <a:endParaRPr lang="en-IN"/>
          </a:p>
        </p:txBody>
      </p:sp>
      <p:sp>
        <p:nvSpPr>
          <p:cNvPr id="6" name="Slide Number Placeholder 5"/>
          <p:cNvSpPr>
            <a:spLocks noGrp="1"/>
          </p:cNvSpPr>
          <p:nvPr>
            <p:ph type="sldNum" sz="quarter" idx="12"/>
          </p:nvPr>
        </p:nvSpPr>
        <p:spPr/>
        <p:txBody>
          <a:bodyPr/>
          <a:lstStyle/>
          <a:p>
            <a:fld id="{5B97F983-A70E-4B00-9EE8-1E4F1C0CD343}" type="slidenum">
              <a:rPr lang="en-IN" smtClean="0"/>
              <a:t>11</a:t>
            </a:fld>
            <a:endParaRPr lang="en-IN"/>
          </a:p>
        </p:txBody>
      </p:sp>
    </p:spTree>
    <p:extLst>
      <p:ext uri="{BB962C8B-B14F-4D97-AF65-F5344CB8AC3E}">
        <p14:creationId xmlns:p14="http://schemas.microsoft.com/office/powerpoint/2010/main" val="39268608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561E80-5956-DC67-69B5-39EB0F92FFA1}"/>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 xmlns:a16="http://schemas.microsoft.com/office/drawing/2014/main" id="{D5DD920D-2B3A-A941-1308-F95329B0D93A}"/>
              </a:ext>
            </a:extLst>
          </p:cNvPr>
          <p:cNvSpPr>
            <a:spLocks noGrp="1"/>
          </p:cNvSpPr>
          <p:nvPr>
            <p:ph idx="1"/>
          </p:nvPr>
        </p:nvSpPr>
        <p:spPr/>
        <p:txBody>
          <a:bodyPr>
            <a:normAutofit/>
          </a:bodyPr>
          <a:lstStyle/>
          <a:p>
            <a:r>
              <a:rPr lang="en-US" dirty="0" smtClean="0"/>
              <a:t>Fuzzy </a:t>
            </a:r>
            <a:r>
              <a:rPr lang="en-US" dirty="0"/>
              <a:t>Logic is an effective approach for dealing with uncertainty and imprecise information present in real-world problems. Unlike traditional Boolean logic, it uses degrees of truth, which makes decision-making more natural and closer to human reasoning. Fuzzy Systems are flexible, easy to understand, and adaptable, and they are widely applied in artificial intelligence, control systems, and everyday technologies. Despite a few limitations, fuzzy logic remains a powerful and practical tool for intelligent system design.</a:t>
            </a:r>
            <a:endParaRPr lang="en-IN" dirty="0"/>
          </a:p>
        </p:txBody>
      </p:sp>
      <p:sp>
        <p:nvSpPr>
          <p:cNvPr id="4" name="Date Placeholder 3">
            <a:extLst>
              <a:ext uri="{FF2B5EF4-FFF2-40B4-BE49-F238E27FC236}">
                <a16:creationId xmlns="" xmlns:a16="http://schemas.microsoft.com/office/drawing/2014/main" id="{3F9F8702-35CB-1260-5AA2-108AFFBEAEB1}"/>
              </a:ext>
            </a:extLst>
          </p:cNvPr>
          <p:cNvSpPr>
            <a:spLocks noGrp="1"/>
          </p:cNvSpPr>
          <p:nvPr>
            <p:ph type="dt" sz="half" idx="10"/>
          </p:nvPr>
        </p:nvSpPr>
        <p:spPr/>
        <p:txBody>
          <a:bodyPr/>
          <a:lstStyle/>
          <a:p>
            <a:r>
              <a:rPr lang="en-US" smtClean="0"/>
              <a:t>Monday, 2 March  2026</a:t>
            </a:r>
            <a:endParaRPr lang="en-IN" dirty="0"/>
          </a:p>
        </p:txBody>
      </p:sp>
      <p:sp>
        <p:nvSpPr>
          <p:cNvPr id="5" name="Footer Placeholder 4">
            <a:extLst>
              <a:ext uri="{FF2B5EF4-FFF2-40B4-BE49-F238E27FC236}">
                <a16:creationId xmlns="" xmlns:a16="http://schemas.microsoft.com/office/drawing/2014/main" id="{B0335FCF-338B-7E06-754C-6BB6F6DF49B3}"/>
              </a:ext>
            </a:extLst>
          </p:cNvPr>
          <p:cNvSpPr>
            <a:spLocks noGrp="1"/>
          </p:cNvSpPr>
          <p:nvPr>
            <p:ph type="ftr" sz="quarter" idx="11"/>
          </p:nvPr>
        </p:nvSpPr>
        <p:spPr/>
        <p:txBody>
          <a:bodyPr/>
          <a:lstStyle/>
          <a:p>
            <a:r>
              <a:rPr lang="en-US" smtClean="0"/>
              <a:t>Kajal, 245040, Bachelor of Computer Applications (2024-27)</a:t>
            </a:r>
            <a:endParaRPr lang="en-IN" dirty="0"/>
          </a:p>
        </p:txBody>
      </p:sp>
      <p:sp>
        <p:nvSpPr>
          <p:cNvPr id="6" name="Slide Number Placeholder 5">
            <a:extLst>
              <a:ext uri="{FF2B5EF4-FFF2-40B4-BE49-F238E27FC236}">
                <a16:creationId xmlns="" xmlns:a16="http://schemas.microsoft.com/office/drawing/2014/main" id="{30FFD2BA-6B05-F58E-16DD-A34CC30902D5}"/>
              </a:ext>
            </a:extLst>
          </p:cNvPr>
          <p:cNvSpPr>
            <a:spLocks noGrp="1"/>
          </p:cNvSpPr>
          <p:nvPr>
            <p:ph type="sldNum" sz="quarter" idx="12"/>
          </p:nvPr>
        </p:nvSpPr>
        <p:spPr/>
        <p:txBody>
          <a:bodyPr/>
          <a:lstStyle/>
          <a:p>
            <a:fld id="{5B97F983-A70E-4B00-9EE8-1E4F1C0CD343}" type="slidenum">
              <a:rPr lang="en-IN" smtClean="0"/>
              <a:t>12</a:t>
            </a:fld>
            <a:endParaRPr lang="en-IN"/>
          </a:p>
        </p:txBody>
      </p:sp>
    </p:spTree>
    <p:extLst>
      <p:ext uri="{BB962C8B-B14F-4D97-AF65-F5344CB8AC3E}">
        <p14:creationId xmlns:p14="http://schemas.microsoft.com/office/powerpoint/2010/main" val="16305321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20000"/>
          </a:schemeClr>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Monday, 2 March  2026</a:t>
            </a:r>
            <a:endParaRPr lang="en-IN" dirty="0"/>
          </a:p>
        </p:txBody>
      </p:sp>
      <p:sp>
        <p:nvSpPr>
          <p:cNvPr id="3" name="Footer Placeholder 2"/>
          <p:cNvSpPr>
            <a:spLocks noGrp="1"/>
          </p:cNvSpPr>
          <p:nvPr>
            <p:ph type="ftr" sz="quarter" idx="11"/>
          </p:nvPr>
        </p:nvSpPr>
        <p:spPr/>
        <p:txBody>
          <a:bodyPr/>
          <a:lstStyle/>
          <a:p>
            <a:r>
              <a:rPr lang="en-US" smtClean="0"/>
              <a:t>Kajal, 245040, Bachelor of Computer Applications (2024-27)</a:t>
            </a:r>
            <a:endParaRPr lang="en-IN" dirty="0"/>
          </a:p>
        </p:txBody>
      </p:sp>
      <p:sp>
        <p:nvSpPr>
          <p:cNvPr id="4" name="Slide Number Placeholder 3"/>
          <p:cNvSpPr>
            <a:spLocks noGrp="1"/>
          </p:cNvSpPr>
          <p:nvPr>
            <p:ph type="sldNum" sz="quarter" idx="12"/>
          </p:nvPr>
        </p:nvSpPr>
        <p:spPr/>
        <p:txBody>
          <a:bodyPr/>
          <a:lstStyle/>
          <a:p>
            <a:fld id="{5B97F983-A70E-4B00-9EE8-1E4F1C0CD343}" type="slidenum">
              <a:rPr lang="en-IN" smtClean="0"/>
              <a:t>13</a:t>
            </a:fld>
            <a:endParaRPr lang="en-IN"/>
          </a:p>
        </p:txBody>
      </p:sp>
      <p:sp>
        <p:nvSpPr>
          <p:cNvPr id="5" name="TextBox 4"/>
          <p:cNvSpPr txBox="1"/>
          <p:nvPr/>
        </p:nvSpPr>
        <p:spPr>
          <a:xfrm>
            <a:off x="993475" y="2363640"/>
            <a:ext cx="10205049" cy="1862048"/>
          </a:xfrm>
          <a:prstGeom prst="rect">
            <a:avLst/>
          </a:prstGeom>
          <a:noFill/>
        </p:spPr>
        <p:txBody>
          <a:bodyPr wrap="square" rtlCol="0">
            <a:spAutoFit/>
          </a:bodyPr>
          <a:lstStyle/>
          <a:p>
            <a:pPr algn="ctr"/>
            <a:r>
              <a:rPr lang="en-US" sz="115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Thanks</a:t>
            </a:r>
          </a:p>
        </p:txBody>
      </p:sp>
    </p:spTree>
    <p:extLst>
      <p:ext uri="{BB962C8B-B14F-4D97-AF65-F5344CB8AC3E}">
        <p14:creationId xmlns:p14="http://schemas.microsoft.com/office/powerpoint/2010/main" val="19423147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931</TotalTime>
  <Words>567</Words>
  <Application>Microsoft Office PowerPoint</Application>
  <PresentationFormat>Widescreen</PresentationFormat>
  <Paragraphs>111</Paragraphs>
  <Slides>13</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Outline</vt:lpstr>
      <vt:lpstr>Introduction to Fuzzy Logic</vt:lpstr>
      <vt:lpstr>Basics Concepts of Fuzzy Logic</vt:lpstr>
      <vt:lpstr>Architecture of Fuzzy Logic System</vt:lpstr>
      <vt:lpstr>Working of Fuzzy Logic System</vt:lpstr>
      <vt:lpstr>Fuzzy Logic in Artificial Intelligence</vt:lpstr>
      <vt:lpstr>Applications of Fuzzy Logic in Real life</vt:lpstr>
      <vt:lpstr>Advantages of Fuzzy Logic and System</vt:lpstr>
      <vt:lpstr>Disadvantages of Fuzzy Logic and System</vt:lpstr>
      <vt:lpstr>Reference video</vt:lpstr>
      <vt:lpstr>Conclusion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lenovo</cp:lastModifiedBy>
  <cp:revision>35</cp:revision>
  <dcterms:created xsi:type="dcterms:W3CDTF">2025-01-31T15:11:33Z</dcterms:created>
  <dcterms:modified xsi:type="dcterms:W3CDTF">2026-03-10T00:02:28Z</dcterms:modified>
</cp:coreProperties>
</file>